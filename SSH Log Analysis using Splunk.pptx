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4A5C0-9140-9C5F-5098-00004232A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B0D73-B96B-F3C8-7EB7-2D18320D5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90399-29F8-E0D9-9E86-26E66D25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7489F-FD6F-4B9C-E7C5-0D7B8888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20E66-F29F-0A2B-CB02-03BF111F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34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2E7A-D246-3755-67AD-C668317E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5E897-B250-0BC1-650B-1BDDAC0D9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08C10-FB2E-80C7-B7ED-9A1DD76F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B0DAE-BEF3-07CD-4DAB-53A09BF4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B2F2F-468B-B69D-9D89-557CE52F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2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FF47-C00E-3075-AAF0-FB2AAC75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8EBA3-CBBD-1C8A-0AE2-B84B18A24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2F9C0-3D18-CB51-5CCF-C297FD3C0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12970-14FE-755E-10FE-599B354D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52F8E-D46C-0FB6-3E5F-023F54353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73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71F6-6E59-C022-1528-7D3D7CFA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2E264-90C8-019B-E110-AE4683263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15754-F2B7-A2F0-39FF-7B38F4454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DE120-95E5-888A-C994-705FAACC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FF580-9485-7484-5033-C7CDB1DE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7F0B6-38A7-8DEF-5F3E-A994AED9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171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8022-8D39-1D93-7532-D374F837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E00A9-83D7-1804-6247-CF6D027E9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016BD-A03B-86ED-B4AE-2DC460827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51BF5-0375-BEFC-2226-5B43C6170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5D5FE-491D-FA35-5A34-D477CAACE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1D70F-4CEE-9F1D-9948-8BE8799D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E10078-7F9D-EB7E-E9E8-FA93E330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3583DF-49FC-E952-D5B0-219C5F65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3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57DC9-2B97-AE71-3E65-34561009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D6AFB-B337-F4ED-CA6B-1BEAE437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6FEFD-7F97-DCEE-FF90-18BC881F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6A274-EEFA-22E2-565F-8FAB008CC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5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AE2309-8C52-6F85-348B-2EF1D4CE4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BADAB-18F7-59FE-213C-79D686184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EE675-C912-F43B-D9A5-704DF9498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985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F2EE-3971-1B90-D943-9D8343AE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A0BC1-26D5-398A-5CCA-B7F19665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80B0E-9364-6B7F-B0AD-AC1D75B48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BCA19-5459-FC76-CF9E-9721DE3FD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21759-DC90-0C73-6661-55E2DB12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7438D-1D25-BEFC-B012-1E8B66C9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77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CD4D-1331-6D73-F918-A700F130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6E73F-B66E-6775-6CC5-25F0426A5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8E05F-D18F-AD17-AD50-3E4FEFD59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13086-24A7-CD76-C794-D7C752BC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EA541-97A9-11CA-0A7D-D6E0BA1A4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944D1-E8AF-DEE9-7478-C68349AE1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84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C099-BF2A-FC2D-695C-6E67A433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D8E75-04A5-0DB2-BC91-4DF8219B6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291DF-703C-4646-F37D-D3A21D7E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1BDC4-610D-DC31-37B3-CE4BD2F0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9AE56-6570-56DC-C287-50B06D29D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505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100C6-EE22-F76B-A4EF-C3D0969689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6A202-E4BB-58DB-7189-CA8BEF52C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B138A-4B92-58BB-F251-2AE4032B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C2210-303A-EB44-6EAE-FBF7BD6F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A96A-A2F8-AC12-307E-BFCF770FF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986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368483-AB22-9380-4E72-5919B524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1485-15F0-637E-C363-FFDA99224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0C976-95CD-0BA1-584E-20D189DFA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612F4-7057-4230-8636-71139A5725A4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66931-54E2-744B-BB0A-EF7E0C968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7B739-4C79-2D44-A850-6614C0FCD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493FB-3E64-4AD9-91FC-C04D5FB6B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19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BL-kVlc3yCRcAH8NnDmAyRm_3j_2mNLM?usp=sharing" TargetMode="External"/><Relationship Id="rId2" Type="http://schemas.openxmlformats.org/officeDocument/2006/relationships/hyperlink" Target="https://haxcamp.com/projects/b5f83195-42d4-4b31-90ce-73d9dc969a7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CCBC-FA6B-B76A-22FA-E609248C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Project: SSH Log Analysis using Splunk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17497226-3ECE-176D-82ED-87B96EBB5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730" y="1558160"/>
            <a:ext cx="7315200" cy="506633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378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DAB0-7FF1-1010-F6EC-47DDF350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9457A-3156-0BF1-9D80-59146C3D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goal of this project is to analyze SSH authentication logs to detect:</a:t>
            </a:r>
          </a:p>
          <a:p>
            <a:r>
              <a:rPr lang="en-US" b="1" dirty="0"/>
              <a:t>Successful logins</a:t>
            </a:r>
            <a:r>
              <a:rPr lang="en-US" dirty="0"/>
              <a:t> (who connected, from where)</a:t>
            </a:r>
          </a:p>
          <a:p>
            <a:r>
              <a:rPr lang="en-US" b="1" dirty="0"/>
              <a:t>Failed login attempts</a:t>
            </a:r>
            <a:r>
              <a:rPr lang="en-US" dirty="0"/>
              <a:t> (possible brute-force or password spraying)</a:t>
            </a:r>
          </a:p>
          <a:p>
            <a:r>
              <a:rPr lang="en-US" b="1" dirty="0"/>
              <a:t>Multiple failed authentication attempts</a:t>
            </a:r>
            <a:r>
              <a:rPr lang="en-US" dirty="0"/>
              <a:t> (indicators of brute-force)</a:t>
            </a:r>
          </a:p>
          <a:p>
            <a:r>
              <a:rPr lang="en-US" b="1" dirty="0"/>
              <a:t>Connections without authentication</a:t>
            </a:r>
            <a:r>
              <a:rPr lang="en-US" dirty="0"/>
              <a:t> (potential scanning or incomplete sessions)</a:t>
            </a:r>
          </a:p>
          <a:p>
            <a:r>
              <a:rPr lang="en-US" dirty="0"/>
              <a:t>By completing this project, you’ll learn how to use Splunk to ingest SSH logs, run queries, create dashboards, and generate alerts.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99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1AC7-D943-511F-E1CF-09CD18BC5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4" y="1125123"/>
            <a:ext cx="10923106" cy="11708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Lab Setup and Pre-requisite</a:t>
            </a:r>
            <a:br>
              <a:rPr lang="en-US" b="1" dirty="0"/>
            </a:br>
            <a:r>
              <a:rPr lang="en-US" dirty="0"/>
              <a:t>Complete the </a:t>
            </a:r>
            <a:r>
              <a:rPr lang="en-US" dirty="0">
                <a:hlinkClick r:id="rId2"/>
              </a:rPr>
              <a:t>Splunk Installation Project</a:t>
            </a:r>
            <a:br>
              <a:rPr lang="en-US" dirty="0"/>
            </a:br>
            <a:r>
              <a:rPr lang="en-US" dirty="0">
                <a:hlinkClick r:id="rId3"/>
              </a:rPr>
              <a:t>Download the SSH Log File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BB90-F624-8E44-6FDD-8EAC904E6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Preparation</a:t>
            </a:r>
          </a:p>
          <a:p>
            <a:r>
              <a:rPr lang="en-US" dirty="0"/>
              <a:t>Log in to your Splunk instance (Enterprise or Free).</a:t>
            </a:r>
          </a:p>
          <a:p>
            <a:r>
              <a:rPr lang="en-US" dirty="0"/>
              <a:t>Go to Apps &gt; Search &amp; Reporting.</a:t>
            </a:r>
          </a:p>
          <a:p>
            <a:r>
              <a:rPr lang="en-US" dirty="0"/>
              <a:t>Click Add Data → Upload.</a:t>
            </a:r>
          </a:p>
          <a:p>
            <a:r>
              <a:rPr lang="en-US" dirty="0"/>
              <a:t>Select the provided </a:t>
            </a:r>
            <a:r>
              <a:rPr lang="en-US" dirty="0" err="1"/>
              <a:t>ssh_log.json</a:t>
            </a:r>
            <a:r>
              <a:rPr lang="en-US" dirty="0"/>
              <a:t> file and upload it.</a:t>
            </a:r>
          </a:p>
          <a:p>
            <a:r>
              <a:rPr lang="en-US" dirty="0"/>
              <a:t>Choose </a:t>
            </a:r>
            <a:r>
              <a:rPr lang="en-US" dirty="0" err="1"/>
              <a:t>sourcetype</a:t>
            </a:r>
            <a:r>
              <a:rPr lang="en-US" dirty="0"/>
              <a:t> = _</a:t>
            </a:r>
            <a:r>
              <a:rPr lang="en-US" dirty="0" err="1"/>
              <a:t>json</a:t>
            </a:r>
            <a:r>
              <a:rPr lang="en-US" dirty="0"/>
              <a:t> so Splunk automatically extracts fields.</a:t>
            </a:r>
          </a:p>
          <a:p>
            <a:r>
              <a:rPr lang="en-US" dirty="0"/>
              <a:t>Index it under a new index, e.g., </a:t>
            </a:r>
            <a:r>
              <a:rPr lang="en-US" dirty="0" err="1"/>
              <a:t>ssh_logs</a:t>
            </a:r>
            <a:r>
              <a:rPr lang="en-US" dirty="0"/>
              <a:t>.</a:t>
            </a:r>
          </a:p>
          <a:p>
            <a:r>
              <a:rPr lang="en-US" dirty="0"/>
              <a:t>Review and click on start searching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314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27EC-3C23-06D8-19F4-21416F0A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1: Ingest and Parse Logs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7561F-F17D-8983-DEF3-1070C171A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357"/>
            <a:ext cx="10515600" cy="47608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Upload </a:t>
            </a:r>
            <a:r>
              <a:rPr lang="en-US" dirty="0" err="1"/>
              <a:t>ssh_log.json</a:t>
            </a:r>
            <a:r>
              <a:rPr lang="en-US" dirty="0"/>
              <a:t> into Splunk.</a:t>
            </a:r>
          </a:p>
          <a:p>
            <a:r>
              <a:rPr lang="en-US" dirty="0"/>
              <a:t>Ensure the following fields are extracted correctly:</a:t>
            </a:r>
          </a:p>
          <a:p>
            <a:pPr lvl="1"/>
            <a:r>
              <a:rPr lang="en-US" dirty="0" err="1"/>
              <a:t>event_type</a:t>
            </a:r>
            <a:r>
              <a:rPr lang="en-US" dirty="0"/>
              <a:t> (Successful SSH Login, Failed SSH Login, Multiple Failed Authentication Attempts, Connection Without Authentication)</a:t>
            </a:r>
          </a:p>
          <a:p>
            <a:pPr lvl="1"/>
            <a:r>
              <a:rPr lang="en-US" dirty="0" err="1"/>
              <a:t>auth_success</a:t>
            </a:r>
            <a:r>
              <a:rPr lang="en-US" dirty="0"/>
              <a:t> (true/false/null)</a:t>
            </a:r>
          </a:p>
          <a:p>
            <a:pPr lvl="1"/>
            <a:r>
              <a:rPr lang="en-US" dirty="0" err="1"/>
              <a:t>auth_attempts</a:t>
            </a:r>
            <a:endParaRPr lang="en-US" dirty="0"/>
          </a:p>
          <a:p>
            <a:pPr lvl="1"/>
            <a:r>
              <a:rPr lang="en-US" dirty="0" err="1"/>
              <a:t>id.orig_h</a:t>
            </a:r>
            <a:r>
              <a:rPr lang="en-US" dirty="0"/>
              <a:t> (source IP)</a:t>
            </a:r>
          </a:p>
          <a:p>
            <a:pPr lvl="1"/>
            <a:r>
              <a:rPr lang="en-US" dirty="0" err="1"/>
              <a:t>id.resp_h</a:t>
            </a:r>
            <a:r>
              <a:rPr lang="en-US" dirty="0"/>
              <a:t> (destination host)</a:t>
            </a:r>
          </a:p>
          <a:p>
            <a:r>
              <a:rPr lang="en-US" dirty="0"/>
              <a:t>Run a validation search: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  </a:t>
            </a:r>
            <a:r>
              <a:rPr lang="en-US" dirty="0"/>
              <a:t>index=</a:t>
            </a:r>
            <a:r>
              <a:rPr lang="en-US" dirty="0" err="1"/>
              <a:t>ssh_log</a:t>
            </a:r>
            <a:r>
              <a:rPr lang="en-US" dirty="0"/>
              <a:t> | stats count by </a:t>
            </a:r>
            <a:r>
              <a:rPr lang="en-US" dirty="0" err="1"/>
              <a:t>event_type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32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39A16A-58E0-537D-6E6F-3EA9E5BE6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89" y="526775"/>
            <a:ext cx="11089316" cy="6235212"/>
          </a:xfrm>
        </p:spPr>
      </p:pic>
    </p:spTree>
    <p:extLst>
      <p:ext uri="{BB962C8B-B14F-4D97-AF65-F5344CB8AC3E}">
        <p14:creationId xmlns:p14="http://schemas.microsoft.com/office/powerpoint/2010/main" val="3319965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E997-82B5-59E1-3E94-3F91CDD4A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154478" cy="3902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2: Analyze Failed Login Attempts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55587-7F92-A02A-7F3C-026ADABF0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357" y="1113183"/>
            <a:ext cx="9372599" cy="1063487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Identify all failed login attempts:</a:t>
            </a:r>
          </a:p>
          <a:p>
            <a:r>
              <a:rPr lang="en-US" dirty="0"/>
              <a:t>index=</a:t>
            </a:r>
            <a:r>
              <a:rPr lang="en-US" dirty="0" err="1"/>
              <a:t>ssh_logs</a:t>
            </a:r>
            <a:r>
              <a:rPr lang="en-US" dirty="0"/>
              <a:t> </a:t>
            </a:r>
            <a:r>
              <a:rPr lang="en-US" dirty="0" err="1"/>
              <a:t>event_type</a:t>
            </a:r>
            <a:r>
              <a:rPr lang="en-US" dirty="0"/>
              <a:t>="Failed SSH Login"</a:t>
            </a:r>
          </a:p>
          <a:p>
            <a:r>
              <a:rPr lang="en-US" dirty="0"/>
              <a:t>| stats count by </a:t>
            </a:r>
            <a:r>
              <a:rPr lang="en-US" dirty="0" err="1"/>
              <a:t>id.orig_h</a:t>
            </a:r>
            <a:endParaRPr lang="en-US" dirty="0"/>
          </a:p>
          <a:p>
            <a:r>
              <a:rPr lang="en-US" dirty="0"/>
              <a:t>Highlight the top 10 source IPs generating failed logins.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46DFDD-0B2F-AE51-E15A-AEB5C64E6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18" y="2534478"/>
            <a:ext cx="8607286" cy="411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5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22572-D4BF-1061-0D2A-F07BFCC35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70" y="377687"/>
            <a:ext cx="10515600" cy="4586702"/>
          </a:xfrm>
        </p:spPr>
        <p:txBody>
          <a:bodyPr/>
          <a:lstStyle/>
          <a:p>
            <a:r>
              <a:rPr lang="en-US" dirty="0"/>
              <a:t>Create a bar chart visualization for failed login attempts per source IP.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BD07B2-9595-EA6C-B7D9-9B147F29E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74" y="1181962"/>
            <a:ext cx="9193312" cy="516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0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FAAD-D0A4-8EA0-9A49-00EF1FCDC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924339"/>
            <a:ext cx="11251095" cy="44726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3: Detect Multiple Failed Authentication Attempts (Brute Force)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60A20-D4B5-905B-1E31-3D1EE4A02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91" y="1938130"/>
            <a:ext cx="10250558" cy="3558210"/>
          </a:xfrm>
        </p:spPr>
        <p:txBody>
          <a:bodyPr>
            <a:normAutofit/>
          </a:bodyPr>
          <a:lstStyle/>
          <a:p>
            <a:r>
              <a:rPr lang="en-IN" dirty="0"/>
              <a:t>Search for multiple failed attempts in logs:</a:t>
            </a:r>
          </a:p>
          <a:p>
            <a:r>
              <a:rPr lang="en-IN" dirty="0"/>
              <a:t>index=</a:t>
            </a:r>
            <a:r>
              <a:rPr lang="en-IN" dirty="0" err="1"/>
              <a:t>ssh_logs</a:t>
            </a:r>
            <a:r>
              <a:rPr lang="en-IN" dirty="0"/>
              <a:t> </a:t>
            </a:r>
            <a:r>
              <a:rPr lang="en-IN" dirty="0" err="1"/>
              <a:t>event_type</a:t>
            </a:r>
            <a:r>
              <a:rPr lang="en-IN" dirty="0"/>
              <a:t>="Multiple Failed Authentication Attempts"</a:t>
            </a:r>
          </a:p>
          <a:p>
            <a:r>
              <a:rPr lang="en-IN" dirty="0"/>
              <a:t>| stats count by </a:t>
            </a:r>
            <a:r>
              <a:rPr lang="en-IN" dirty="0" err="1"/>
              <a:t>id.orig_h</a:t>
            </a:r>
            <a:r>
              <a:rPr lang="en-IN" dirty="0"/>
              <a:t>, </a:t>
            </a:r>
            <a:r>
              <a:rPr lang="en-IN" dirty="0" err="1"/>
              <a:t>id.resp_h</a:t>
            </a:r>
            <a:endParaRPr lang="en-IN" dirty="0"/>
          </a:p>
          <a:p>
            <a:r>
              <a:rPr lang="en-IN" dirty="0"/>
              <a:t>Detect repeated failures (e.g., more than 5 attempts).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13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8F24-FCEB-1AB3-856D-8C06012A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0" y="367748"/>
            <a:ext cx="11201400" cy="1371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Multiple Failed Authentication Attempts (Brute Force)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3DA7F-66CC-2DF0-9948-D446F540A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1088"/>
            <a:ext cx="9349409" cy="5256912"/>
          </a:xfrm>
        </p:spPr>
      </p:pic>
    </p:spTree>
    <p:extLst>
      <p:ext uri="{BB962C8B-B14F-4D97-AF65-F5344CB8AC3E}">
        <p14:creationId xmlns:p14="http://schemas.microsoft.com/office/powerpoint/2010/main" val="131098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9161-8038-5194-463A-71B6F895B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235" y="998172"/>
            <a:ext cx="10515600" cy="1325563"/>
          </a:xfrm>
        </p:spPr>
        <p:txBody>
          <a:bodyPr/>
          <a:lstStyle/>
          <a:p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1AAA1-AA06-3584-E515-B2F2D8475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321" y="543592"/>
            <a:ext cx="9274628" cy="106414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Configure a Splunk alert:</a:t>
            </a:r>
          </a:p>
          <a:p>
            <a:r>
              <a:rPr lang="en-IN" dirty="0"/>
              <a:t>Trigger when any IP attempts more than 5 logins within 10 minutes.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5E898-12D6-E8B2-7374-FBC0013B9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65" y="1999283"/>
            <a:ext cx="4317753" cy="2859433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B5E15806-E81C-1227-481A-FE9438AAE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513" y="2196724"/>
            <a:ext cx="7107840" cy="285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24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CE6E-B7AB-6FC0-088E-B68F335A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4: Track Successful Logins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1EC10-9643-163A-4D11-C1EB4161B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3" y="1202635"/>
            <a:ext cx="11449879" cy="21567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Search for unauthenticated SSH connections:</a:t>
            </a:r>
          </a:p>
          <a:p>
            <a:r>
              <a:rPr lang="en-US" dirty="0"/>
              <a:t>index=</a:t>
            </a:r>
            <a:r>
              <a:rPr lang="en-US" dirty="0" err="1"/>
              <a:t>ssh_logs</a:t>
            </a:r>
            <a:r>
              <a:rPr lang="en-US" dirty="0"/>
              <a:t> </a:t>
            </a:r>
            <a:r>
              <a:rPr lang="en-US" dirty="0" err="1"/>
              <a:t>event_type</a:t>
            </a:r>
            <a:r>
              <a:rPr lang="en-US" dirty="0"/>
              <a:t>="Connection Without Authentication"</a:t>
            </a:r>
          </a:p>
          <a:p>
            <a:r>
              <a:rPr lang="en-US" dirty="0"/>
              <a:t>| stats count by </a:t>
            </a:r>
            <a:r>
              <a:rPr lang="en-US" dirty="0" err="1"/>
              <a:t>id.orig_h</a:t>
            </a:r>
            <a:endParaRPr lang="en-US" dirty="0"/>
          </a:p>
          <a:p>
            <a:r>
              <a:rPr lang="en-US" dirty="0"/>
              <a:t>Compare successful logins against prior failed attempts (to detect compromised accounts).</a:t>
            </a:r>
          </a:p>
          <a:p>
            <a:r>
              <a:rPr lang="en-US" dirty="0"/>
              <a:t>Create a dashboard panel showing top source IPs for successful logins.</a:t>
            </a:r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73AEA5-10F7-C7D4-5843-1F5A924F4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650" y="3429000"/>
            <a:ext cx="5953541" cy="334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2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CECDE-CCBB-743C-C215-678DBD228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1" y="278297"/>
            <a:ext cx="11628783" cy="1411355"/>
          </a:xfrm>
        </p:spPr>
        <p:txBody>
          <a:bodyPr>
            <a:normAutofit/>
          </a:bodyPr>
          <a:lstStyle/>
          <a:p>
            <a:r>
              <a:rPr lang="en-US" dirty="0"/>
              <a:t>Compare successful logins against prior failed attempts (to detect compromised accounts).</a:t>
            </a:r>
          </a:p>
          <a:p>
            <a:r>
              <a:rPr lang="en-US" dirty="0"/>
              <a:t>Create a dashboard panel showing top source IPs for successful logins.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5F7331-240D-F37A-BF0F-E603DF0F7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80" y="1844363"/>
            <a:ext cx="7656844" cy="430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77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4C96-9457-C53C-FA14-7437292B3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8757" cy="16227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5: Spot Suspicious Connections Without Authentication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742B7B3-2815-586C-BD29-16A0C804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69" y="1659835"/>
            <a:ext cx="11211339" cy="1510748"/>
          </a:xfrm>
        </p:spPr>
        <p:txBody>
          <a:bodyPr>
            <a:normAutofit/>
          </a:bodyPr>
          <a:lstStyle/>
          <a:p>
            <a:r>
              <a:rPr lang="en-US" dirty="0"/>
              <a:t>Search for unauthenticated SSH connections:</a:t>
            </a:r>
          </a:p>
          <a:p>
            <a:r>
              <a:rPr lang="en-US" dirty="0"/>
              <a:t>index=</a:t>
            </a:r>
            <a:r>
              <a:rPr lang="en-US" dirty="0" err="1"/>
              <a:t>ssh_logs</a:t>
            </a:r>
            <a:r>
              <a:rPr lang="en-US" dirty="0"/>
              <a:t> </a:t>
            </a:r>
            <a:r>
              <a:rPr lang="en-US" dirty="0" err="1"/>
              <a:t>event_type</a:t>
            </a:r>
            <a:r>
              <a:rPr lang="en-US" dirty="0"/>
              <a:t>="Connection Without Authentication"</a:t>
            </a:r>
          </a:p>
          <a:p>
            <a:r>
              <a:rPr lang="en-US" dirty="0"/>
              <a:t>| stats count by </a:t>
            </a:r>
            <a:r>
              <a:rPr lang="en-US" dirty="0" err="1"/>
              <a:t>id.orig_h</a:t>
            </a:r>
            <a:endParaRPr lang="en-US" dirty="0"/>
          </a:p>
          <a:p>
            <a:endParaRPr lang="en-IN" dirty="0"/>
          </a:p>
        </p:txBody>
      </p:sp>
      <p:pic>
        <p:nvPicPr>
          <p:cNvPr id="17" name="Picture 16" descr="A screenshot of a computer">
            <a:extLst>
              <a:ext uri="{FF2B5EF4-FFF2-40B4-BE49-F238E27FC236}">
                <a16:creationId xmlns:a16="http://schemas.microsoft.com/office/drawing/2014/main" id="{F4866293-51A1-26A3-4E6E-3FFDE597E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783" y="3282537"/>
            <a:ext cx="6122504" cy="344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788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5DC2-4EC5-24DB-C847-EE12A73D2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22" y="200968"/>
            <a:ext cx="11615893" cy="164793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Create a </a:t>
            </a:r>
            <a:r>
              <a:rPr lang="en-US" dirty="0" err="1"/>
              <a:t>timechart</a:t>
            </a:r>
            <a:r>
              <a:rPr lang="en-US" dirty="0"/>
              <a:t> visualization to monitor such events over time:</a:t>
            </a:r>
          </a:p>
          <a:p>
            <a:r>
              <a:rPr lang="en-US" dirty="0"/>
              <a:t>index=</a:t>
            </a:r>
            <a:r>
              <a:rPr lang="en-US" dirty="0" err="1"/>
              <a:t>ssh_logs</a:t>
            </a:r>
            <a:r>
              <a:rPr lang="en-US" dirty="0"/>
              <a:t> </a:t>
            </a:r>
            <a:r>
              <a:rPr lang="en-US" dirty="0" err="1"/>
              <a:t>event_type</a:t>
            </a:r>
            <a:r>
              <a:rPr lang="en-US" dirty="0"/>
              <a:t>="Connection Without Authentication"</a:t>
            </a:r>
          </a:p>
          <a:p>
            <a:r>
              <a:rPr lang="en-US" dirty="0"/>
              <a:t>| </a:t>
            </a:r>
            <a:r>
              <a:rPr lang="en-US" dirty="0" err="1"/>
              <a:t>timechart</a:t>
            </a:r>
            <a:r>
              <a:rPr lang="en-US" dirty="0"/>
              <a:t> count by </a:t>
            </a:r>
            <a:r>
              <a:rPr lang="en-US" dirty="0" err="1"/>
              <a:t>id.orig_h</a:t>
            </a:r>
            <a:endParaRPr lang="en-US" dirty="0"/>
          </a:p>
          <a:p>
            <a:r>
              <a:rPr lang="en-US" dirty="0"/>
              <a:t>Identify repeated unauthenticated attempts — potential indicators of port scanning or SSH probing.</a:t>
            </a:r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E9749E-0108-5588-30E3-4E060F689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569" y="2009512"/>
            <a:ext cx="8265607" cy="46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8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23F3-EF72-563A-ADDF-AEE479B7B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-------------------Conclusion-----------------------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13718-3BB1-8BF9-C2CF-0702EFE0A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dashboards to monitor SSH activity.</a:t>
            </a:r>
          </a:p>
          <a:p>
            <a:r>
              <a:rPr lang="en-US" dirty="0"/>
              <a:t>Identified brute-force login attempts and suspicious access attempts.</a:t>
            </a:r>
          </a:p>
          <a:p>
            <a:r>
              <a:rPr lang="en-US" dirty="0"/>
              <a:t>Configured Splunk alerts for high-risk behavior.</a:t>
            </a:r>
          </a:p>
          <a:p>
            <a:r>
              <a:rPr lang="en-US" dirty="0"/>
              <a:t>Learned how to parse, search, visualize, and alert on SSH logs in Splunk.</a:t>
            </a:r>
          </a:p>
          <a:p>
            <a:r>
              <a:rPr lang="en-US" dirty="0"/>
              <a:t>This project provides practical SOC Analyst–level log analysis skills and strengthens your cybersecurity portfolio.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475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653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Wingdings</vt:lpstr>
      <vt:lpstr>Office Theme</vt:lpstr>
      <vt:lpstr>Project: SSH Log Analysis using Splunk </vt:lpstr>
      <vt:lpstr>Objective </vt:lpstr>
      <vt:lpstr>Lab Setup and Pre-requisite Complete the Splunk Installation Project Download the SSH Log File </vt:lpstr>
      <vt:lpstr>Task 1: Ingest and Parse Logs </vt:lpstr>
      <vt:lpstr>PowerPoint Presentation</vt:lpstr>
      <vt:lpstr>Task 2: Analyze Failed Login Attempts </vt:lpstr>
      <vt:lpstr>PowerPoint Presentation</vt:lpstr>
      <vt:lpstr>Task 3: Detect Multiple Failed Authentication Attempts (Brute Force) </vt:lpstr>
      <vt:lpstr> Multiple Failed Authentication Attempts (Brute Force) </vt:lpstr>
      <vt:lpstr> </vt:lpstr>
      <vt:lpstr>Task 4: Track Successful Logins </vt:lpstr>
      <vt:lpstr>PowerPoint Presentation</vt:lpstr>
      <vt:lpstr>Task 5: Spot Suspicious Connections Without Authentication </vt:lpstr>
      <vt:lpstr>PowerPoint Presentation</vt:lpstr>
      <vt:lpstr>-------------------Conclusion-----------------------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revojusaicharan18@gmail.com</dc:creator>
  <cp:lastModifiedBy>revojusaicharan18@gmail.com</cp:lastModifiedBy>
  <cp:revision>1</cp:revision>
  <dcterms:created xsi:type="dcterms:W3CDTF">2025-11-03T07:14:38Z</dcterms:created>
  <dcterms:modified xsi:type="dcterms:W3CDTF">2025-11-03T07:57:17Z</dcterms:modified>
</cp:coreProperties>
</file>